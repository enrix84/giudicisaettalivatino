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IISS "Giudici Saetta e Livatino"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A84C"/>
                </a:solidFill>
                <a:latin typeface="Calibri"/>
              </a:defRPr>
            </a:pPr>
            <a:r>
              <a:t>Ravanusa e Campobello di Licata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Proposta di adozione del nuovo sito web istituzionale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Calibri"/>
              </a:defRPr>
            </a:pPr>
            <a:r>
              <a:t>Presentazione per il Team Digitale - Febbraio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Conforme alle Linee Guida AgID e WCAG 2.1 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sito attuale: le criticita'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Template Joomla JSN Pixel 2 risalente ai primi anni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responsive: inutilizzabile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Caricamento lento (3-6 secondi) per plugin e query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Vulnerabilita' di sicurezza: richiede aggiornamenti costanti di Joomla e 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Menu confuso con voci ridondanti, dropdown non funzionanti su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conforme ai requisiti di accessibilita' AgID (Legge 4/2004)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Documenti difficili da reperire, struttura dei contenuti poco intuitiva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Costi ricorrenti: hosting PHP/MySQL 100-300+ euro/anno + manutenzione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nuovo sito: moderno, veloce, sicuro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Design moderno e accattivante con palette istituzionale blu/oro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Mobile-first: navigazione perfetta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Caricamento istantaneo (&lt;1 secondo) - sito statico senza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Sicurezza intrinseca: zero vulnerabilita' server-side, nessun CMS da aggiornare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Navigazione intuitiva con navbar sticky e menu ben organizzati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Conforme WCAG 2.1 AA e Linee Guida AgID sull'accessibilita'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Card grid per notizie, sezioni tematiche, documenti facilmente reperibili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Hosting gratuito (GitHub Pages, Netlify) - zero costi ricorrenti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Confronto: prima e dopo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2860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Aspetto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Datato anni 2010, piatto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Moderno, palette blu/oro, ombre morbide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responsive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Mobile-first, touch-friendly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3-6 secondi caricamento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&lt;1 secondo caricamento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6616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Vulnerabilita' frequenti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Zero vulnerabilita' server-side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148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Accessibilita'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conforme AgID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WCAG 2.1 AA conforme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6344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Aggiornamenti costanti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Zero manutenzione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21208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Costo annuo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100-300+ euro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0 euro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Funzionalita' del nuovo sito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25 pagine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Organigramma, regolamenti,</a:t>
            </a:r>
            <a:br/>
            <a:r>
              <a:t>modulistica, contatti, sedi,</a:t>
            </a:r>
            <a:br/>
            <a:r>
              <a:t>calendario, orario lezioni...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23 notizie e avvisi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con layout a griglia,</a:t>
            </a:r>
            <a:br/>
            <a:r>
              <a:t>categorie colorate, toggle</a:t>
            </a:r>
            <a:br/>
            <a:r>
              <a:t>mostra/nascondi integrato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Offerta formativa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 indirizzi di studio con</a:t>
            </a:r>
            <a:br/>
            <a:r>
              <a:t>schede dedicate: Scientifico,</a:t>
            </a:r>
            <a:br/>
            <a:r>
              <a:t>Scienze Umane, AFM, Biomedica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7 sezioni progetti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Erasmus+, PNRR, PON FESR,</a:t>
            </a:r>
            <a:br/>
            <a:r>
              <a:t>PCTO, Cambridge, STEAM,</a:t>
            </a:r>
            <a:br/>
            <a:r>
              <a:t>WeCanJob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15 banner istituzionali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Amm. Trasparente, Albo</a:t>
            </a:r>
            <a:br/>
            <a:r>
              <a:t>Pretorio, Accesso Civico,</a:t>
            </a:r>
            <a:br/>
            <a:r>
              <a:t>PNRR, Erasmus+...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Pannello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Gestione notizie via browser,</a:t>
            </a:r>
            <a:br/>
            <a:r>
              <a:t>pubblicazione con un click,</a:t>
            </a:r>
            <a:br/>
            <a:r>
              <a:t>backup automatico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Accessibilita': conformita' WCAG 2.1 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Il sito e' conforme alla Legge 4/2004 (Legge Stanca) e alle Linee Guida AgID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Skip link "Vai al contenuto principale"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Struttura semantica HTML5 (main, nav, footer)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Attributi ARIA su menu, dropdown,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aria-expanded sui controlli espandibili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aria-hidden sulle icone decorative (SVG)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Navigazione completa da tastiera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Indicatori di focus visibili (outline oro 3px)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Contrasti &gt;= 4.5:1 (testo) e &gt;= 3:1 (UI)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Design responsive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prefers-reduced-motion rispettato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Testi alternativi su immagini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Avviso "si apre in nuova finestra" per link esterni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Dichiarazione di accessibilita' nel footer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Meccanismo di feedback per segnalazioni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  <a:latin typeface="Calibri"/>
              </a:defRPr>
            </a:pPr>
            <a:r>
              <a:t>Dichiarazione di Accessibilita' compilabile su form.agid.gov.it entro il 23 settembre di ogni anno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Usabilita': Linee Guida AgID per i siti 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Interfaccia ottimizzata per</a:t>
            </a:r>
            <a:br/>
            <a:r>
              <a:t>smartphone e tablet.</a:t>
            </a:r>
            <a:br/>
            <a:r>
              <a:t>Breakpoint a 480px, 768px, 1024px.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Navigazione intuitiva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Navbar sticky, hamburger menu,</a:t>
            </a:r>
            <a:br/>
            <a:r>
              <a:t>dropdown organizzati per</a:t>
            </a:r>
            <a:br/>
            <a:r>
              <a:t>categoria. Max 2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Contenuti accessibili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grid per notizie, doc-list</a:t>
            </a:r>
            <a:br/>
            <a:r>
              <a:t>per documenti, tabelle</a:t>
            </a:r>
            <a:br/>
            <a:r>
              <a:t>per orari. Tutto a portata.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Tipografia leggibile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Font Inter (corpo) e Playfair</a:t>
            </a:r>
            <a:br/>
            <a:r>
              <a:t>Display (titoli). Line-height</a:t>
            </a:r>
            <a:br/>
            <a:r>
              <a:t>1.6, contrasti elevati.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Sito statico: caricamento</a:t>
            </a:r>
            <a:br/>
            <a:r>
              <a:t>&lt;1 secondo. Nessun database,</a:t>
            </a:r>
            <a:br/>
            <a:r>
              <a:t>nessun framework pesante.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Coerenza visiva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Palette istituzionale uniforme,</a:t>
            </a:r>
            <a:br/>
            <a:r>
              <a:t>componenti riutilizzabili,</a:t>
            </a:r>
            <a:br/>
            <a:r>
              <a:t>design system coerente.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Gestione autonoma: il pannello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La segreteria gestisce le notizie in totale autonomia, senza competenze tecniche.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Doppio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La segretaria fa doppio click</a:t>
            </a:r>
            <a:br/>
            <a:r>
              <a:t>su "Avvia Gestione Sito.bat"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Browser si apre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 apre automaticamente il</a:t>
            </a:r>
            <a:br/>
            <a:r>
              <a:t>pannello admin nel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Compila il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Inserisce titolo, categoria,</a:t>
            </a:r>
            <a:br/>
            <a:r>
              <a:t>data, descrizione, allegati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Pubblica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Clicca "Pubblica sul sito"</a:t>
            </a:r>
            <a:br/>
            <a:r>
              <a:t>e le notizie sono online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1094415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Caratteristiche aggiuntive: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Backup automatico ad ogni salvataggio   • Riordinamento notizie drag &amp; drop   • Eliminazione con conferma   • Server locale leggero (Python)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Caratteristiche peculiari del nuovo 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Anno scolastico auto-aggiornante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Si aggiorna automaticamente ogni 1 settembre</a:t>
            </a:r>
            <a:br/>
            <a:r>
              <a:t>tramite JavaScript, senza intervento manuale.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Sito statico ultra-veloce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Nessun database, nessun PHP, nessun server</a:t>
            </a:r>
            <a:br/>
            <a:r>
              <a:t>di backend. Solo file HTML/CSS/JS puri.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Pannello admin integrato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La segreteria pubblica notizie con un click.</a:t>
            </a:r>
            <a:br/>
            <a:r>
              <a:t>Nessuna competenza tecnica richiesta.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Backup automatico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Ogni salvataggio crea una copia di sicurezza.</a:t>
            </a:r>
            <a:br/>
            <a:r>
              <a:t>Impossibile perdere dati accidentalmente.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23 notizie + 25 pagine + 15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Tutti i contenuti del sito originale preservati</a:t>
            </a:r>
            <a:br/>
            <a:r>
              <a:t>e riorganizzati in modo moderno e intuitivo.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Server locale con un click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Doppio click su un file .bat per avviare</a:t>
            </a:r>
            <a:br/>
            <a:r>
              <a:t>il server di gestione. Zero installazioni.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Link PDF tutti verificati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Ogni link a documenti PDF e' stato verificato</a:t>
            </a:r>
            <a:br/>
            <a:r>
              <a:t>e punta al dominio originale della scuola.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Copiabile su chiavetta USB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L'intero sito e' una singola cartella.</a:t>
            </a:r>
            <a:br/>
            <a:r>
              <a:t>Backup = copia su chiavetta. Migrazione = copia.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Come effettuare il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A: Hosting esistente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Pubblicare sullo STESSO server attuale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Accedere al pannello di controllo hosting (cPanel)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Aprire il File Manager nella document root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4903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Spostare/rinominare la cartella Joomla attuale come backup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9767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Caricare TUTTI i file del nuovo sito (upload ZIP + estrai)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Verificare che index.html sia nella root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3949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Il sito e' online! Stessa URL, nessuna modifica DNS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B: Hosting 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GitHub Pages / Netlify / Cloudflare Pages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517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51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account gratuito su GitHub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20040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200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un repository e caricare i file del sito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74903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490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Attivare GitHub Pages nelle impostazioni del repo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9767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29767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Il sito e' online su nomescuola.github.io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84632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46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Configurare dominio personalizzato (opzionale):</a:t>
            </a:r>
            <a:br/>
            <a:r>
              <a:t>     saettalivatinoravanusa.edu.it &gt; GitHub Pages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53949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394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HTTPS automatico e gratuito incluso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A6B"/>
                </a:solidFill>
                <a:latin typeface="Calibri"/>
              </a:defRPr>
            </a:pPr>
            <a:r>
              <a:t>Requisiti tecnici: NESSUNO. Il sito non richiede database, PHP, o configurazioni server. Solo file statici.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Vantaggi economici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41148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3545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 PHP +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50 - 150 euro/anno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 CMS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Tempo-uomo significativo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template/plugin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Variabile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di emergenza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Frequenti e costosi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 STIMATO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100 - 300+ euro/anno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394960" cy="4114800"/>
          </a:xfrm>
          <a:prstGeom prst="rect">
            <a:avLst/>
          </a:prstGeom>
          <a:solidFill>
            <a:srgbClr val="D4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8754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5394960" cy="3657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Nessuna (open source)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emergenza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Rari e semplici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 euro/anno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760720"/>
            <a:ext cx="7619695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5852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Risparmio annuo: 100 - 300+ euro + ore di manutenzione risparmiate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Esperienza utente superiore per famiglie, studenti e personale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Conformita' alle Linee Guida AgID e WCAG 2.1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Azzeramento dei costi di hosting e manutenzione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Sicurezza intrinseca senza aggiornamenti continui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Autonomia gestionale per il team digitale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Accessibilita' certificabile (Dichiarazione su form.agid.gov.it)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Si sottopone la presente proposta all'approvazione del Team Digitale</a:t>
            </a:r>
            <a:br/>
            <a:r>
              <a:t>per procedere alla pubblicazione del nuovo sito istituzionale.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Calibri"/>
              </a:defRPr>
            </a:pPr>
            <a:r>
              <a:t>IISS "Giudici Saetta e Livatino"</a:t>
            </a:r>
            <a:br/>
            <a:r>
              <a:t>Ravanusa e Campobello di Licata (AG)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Febbraio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